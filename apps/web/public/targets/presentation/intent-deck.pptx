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handoff before the profiles.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09600"/>
            <a:ext cx="1097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4B621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 Spec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09600" y="1016000"/>
            <a:ext cx="10972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5600" dirty="0">
                <a:solidFill>
                  <a:srgbClr val="22261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 contract</a:t>
            </a:r>
            <a:endParaRPr lang="en-US" sz="5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fast" p14:dur="400" advClick="1" advTm="8000">
        <p:fade/>
      </p:transition>
    </mc:Choice>
    <mc:Fallback>
      <p:transition spd="fast" advClick="1" advTm="8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ewsread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Visual Spec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 deck</dc:title>
  <dc:subject>Visual Spec presentation rendering</dc:subject>
  <dc:creator>OpenAI</dc:creator>
  <cp:lastModifiedBy>OpenAI</cp:lastModifiedBy>
  <cp:revision>1</cp:revision>
  <dcterms:created xsi:type="dcterms:W3CDTF">2026-09-29T13:49:48Z</dcterms:created>
  <dcterms:modified xsi:type="dcterms:W3CDTF">2026-09-29T13:49:48Z</dcterms:modified>
</cp:coreProperties>
</file>